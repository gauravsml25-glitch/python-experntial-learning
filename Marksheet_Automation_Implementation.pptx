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Student Marksheet Automation (High Volume)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DDE5"/>
                </a:solidFill>
              </a:rPr>
              <a:t>Project Implementation (Testing and Deployment)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0"/>
                </a:solidFill>
              </a:rPr>
              <a:t>Experiential Learning | Dept. of CSE (AI&amp;ML)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2E0"/>
                </a:solidFill>
              </a:rPr>
              <a:t>S. B. Jain Institute of Technology Management and Research, Nagpur | 2026-2027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0E9AA7"/>
                </a:solidFill>
              </a:rPr>
              <a:t>Problem: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22222"/>
                </a:solidFill>
              </a:rPr>
              <a:t>checking marks by hand for hundreds of students is slow and error-prone.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0E9AA7"/>
                </a:solidFill>
              </a:rPr>
              <a:t>Solution: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22222"/>
                </a:solidFill>
              </a:rPr>
              <a:t>a Python system that reads a CSV file and automatically calculates total, percentage, grade, result and rank.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0E9AA7"/>
                </a:solidFill>
              </a:rPr>
              <a:t>Output: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22222"/>
                </a:solidFill>
              </a:rPr>
              <a:t>one printable marksheet per student + a combined results.csv.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0E9AA7"/>
                </a:solidFill>
              </a:rPr>
              <a:t>Tools: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22222"/>
                </a:solidFill>
              </a:rPr>
              <a:t>Python 3, standard library only (csv, os, time).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the Code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109728" cy="8229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10642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</a:rPr>
              <a:t>load_csv()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63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Reads every row; invalid rows are skipped and reported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109728" cy="8229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0665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</a:rPr>
              <a:t>process_student()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423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Validates marks, calculates total, percentage, grade, PASS/FAIL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71800"/>
            <a:ext cx="109728" cy="8229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0266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</a:rPr>
              <a:t>assign_ranks()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Sorts by total; equal totals share a rank (1, 2, 2, 4)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109728" cy="8229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9867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</a:rPr>
              <a:t>save_all()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343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Writes marksheets/&lt;roll&gt;.txt for each student and results.csv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Grading Rules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90 and above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A+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80 - 89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70 - 79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60 - 69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50 - 59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40 - 49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Below 40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5 subjects, 100 marks each (500 total)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Pass mark: 40 in every subject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Failing any subject = result FAIL and grade F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Marks must be between 0 and 100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Testing: Test Cases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743200"/>
                <a:gridCol w="1280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Grade boundary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95% / 40% / 39%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A+ / E / 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Calculation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100,90,80,70,60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Total 400, 80%, 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Fail one subject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90,90,90,90,30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Result FAIL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Marks out of range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101 in a subject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Error, row rejected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 instead of marks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"abc"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Row skipped + reported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Missing marks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Only 1 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Row skipped + reported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Tied totals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90, 80, 80, 70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Ranks 1, 2, 2,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High Volume 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</a:rPr>
              <a:t>10,000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students processed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</a:rPr>
              <a:t>0.38 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load + rank + save all marksheets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56032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bad rows detected and skipped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Test file: 10,000 generated students plus 2 deliberately wrong rows. 3,287 passed (32.9%), class average 62.48%. Measured on the build machine; time depends on the computer.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Sample Marksheet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63040" y="1005840"/>
            <a:ext cx="6217920" cy="3749040"/>
          </a:xfrm>
          <a:prstGeom prst="rect">
            <a:avLst/>
          </a:prstGeom>
          <a:solidFill>
            <a:srgbClr val="1018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109728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STUDENT MARKSHEET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No : R00001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: Student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           Marks  Out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Maths                 42    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               97    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Chemistry             33    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English               57    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             40    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  : 269 / 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: 53.8%   Grade :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F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   : FAIL    Rank  : 7959 of 10000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058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Keep marksheet.py (one file, no extra libraries).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37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Install Python 3 on the school / college computer.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468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Prepare students.csv: roll, name, 5 subject marks.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004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Run:  python marksheet.py  and choose "Process CSV file".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31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Print the files from the marksheets folder; share results.csv.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Processes thousands of students in under a second and removes manual calculation errors.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Invalid data is detected and reported instead of crashing the program.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Future scope: PDF marksheets, Excel input, subject-wise ranks, database storage, web portal for students.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2026-10-13T07:33:14Z</dcterms:created>
  <dcterms:modified xsi:type="dcterms:W3CDTF">2026-10-13T07:33:14Z</dcterms:modified>
</cp:coreProperties>
</file>